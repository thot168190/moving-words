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theme" Target="theme/them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5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보는 단어장 - 카카오페이 연동심사 결제경로</dc:title>
  <dc:creator>매또컴퍼니</dc:creator>
  <cp:lastModifiedBy>매또컴퍼니</cp:lastModifiedBy>
</cp:coreProperties>
</file>